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a34d8e7e4a4d64" /><Relationship Type="http://schemas.openxmlformats.org/officeDocument/2006/relationships/extended-properties" Target="/docProps/app.xml" Id="Rbca3df549d8942ed" /><Relationship Type="http://schemas.openxmlformats.org/officeDocument/2006/relationships/officeDocument" Target="/ppt/presentation.xml" Id="Raaeb8397369b4c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fc4f7cab66848ac"/>
  </p:sldMasterIdLst>
  <p:notesMasterIdLst>
    <p:notesMasterId xmlns:r="http://schemas.openxmlformats.org/officeDocument/2006/relationships" r:id="R69a99935fe9b4aa1"/>
  </p:notesMasterIdLst>
  <p:sldIdLst>
    <p:sldId xmlns:r="http://schemas.openxmlformats.org/officeDocument/2006/relationships" id="256" r:id="Ra65c5f77c4c64e44"/>
    <p:sldId xmlns:r="http://schemas.openxmlformats.org/officeDocument/2006/relationships" id="257" r:id="R43af128992c14c4a"/>
    <p:sldId xmlns:r="http://schemas.openxmlformats.org/officeDocument/2006/relationships" id="258" r:id="Rce6cec7595ed4453"/>
    <p:sldId xmlns:r="http://schemas.openxmlformats.org/officeDocument/2006/relationships" id="259" r:id="R1c1ec8e8b47e4bb2"/>
    <p:sldId xmlns:r="http://schemas.openxmlformats.org/officeDocument/2006/relationships" id="260" r:id="R2e3eec40c28a4f48"/>
    <p:sldId xmlns:r="http://schemas.openxmlformats.org/officeDocument/2006/relationships" id="261" r:id="R594ae0d740624d6e"/>
    <p:sldId xmlns:r="http://schemas.openxmlformats.org/officeDocument/2006/relationships" id="262" r:id="R6f1e853ba008493f"/>
    <p:sldId xmlns:r="http://schemas.openxmlformats.org/officeDocument/2006/relationships" id="263" r:id="R2742c124136e4731"/>
    <p:sldId xmlns:r="http://schemas.openxmlformats.org/officeDocument/2006/relationships" id="264" r:id="Rd8a65fc1d50d4bd9"/>
    <p:sldId xmlns:r="http://schemas.openxmlformats.org/officeDocument/2006/relationships" id="265" r:id="R5337a30a76f1494c"/>
    <p:sldId xmlns:r="http://schemas.openxmlformats.org/officeDocument/2006/relationships" id="266" r:id="Rc3126b7c30e74f42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0403e31838de4206"/>
      <p:bold xmlns:r="http://schemas.openxmlformats.org/officeDocument/2006/relationships" r:id="R300f47b9fb0a4a77"/>
    </p:embeddedFont>
    <p:embeddedFont>
      <p:font typeface="Manrope ExtraBold"/>
      <p:bold xmlns:r="http://schemas.openxmlformats.org/officeDocument/2006/relationships" r:id="Rb60556431d874810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49189d573c4bbe" /><Relationship Type="http://schemas.openxmlformats.org/officeDocument/2006/relationships/slideMaster" Target="/ppt/slideMasters/slideMaster1.xml" Id="Rafc4f7cab66848ac" /><Relationship Type="http://schemas.openxmlformats.org/officeDocument/2006/relationships/notesMaster" Target="/ppt/notesMasters/notesMaster1.xml" Id="R69a99935fe9b4aa1" /><Relationship Type="http://schemas.openxmlformats.org/officeDocument/2006/relationships/presProps" Target="/ppt/presProps.xml" Id="R16bad7b1da314ee6" /><Relationship Type="http://schemas.openxmlformats.org/officeDocument/2006/relationships/tableStyles" Target="/ppt/tableStyles.xml" Id="R15dd1ed54d144a31" /><Relationship Type="http://schemas.openxmlformats.org/officeDocument/2006/relationships/font" Target="/ppt/fonts/font.dat" Id="R0403e31838de4206" /><Relationship Type="http://schemas.openxmlformats.org/officeDocument/2006/relationships/font" Target="/ppt/fonts/font2.dat" Id="R300f47b9fb0a4a77" /><Relationship Type="http://schemas.openxmlformats.org/officeDocument/2006/relationships/font" Target="/ppt/fonts/font3.dat" Id="Rb60556431d874810" /><Relationship Type="http://schemas.openxmlformats.org/officeDocument/2006/relationships/slide" Target="/ppt/slides/slide1.xml" Id="Ra65c5f77c4c64e44" /><Relationship Type="http://schemas.openxmlformats.org/officeDocument/2006/relationships/slide" Target="/ppt/slides/slide2.xml" Id="R43af128992c14c4a" /><Relationship Type="http://schemas.openxmlformats.org/officeDocument/2006/relationships/slide" Target="/ppt/slides/slide3.xml" Id="Rce6cec7595ed4453" /><Relationship Type="http://schemas.openxmlformats.org/officeDocument/2006/relationships/slide" Target="/ppt/slides/slide4.xml" Id="R1c1ec8e8b47e4bb2" /><Relationship Type="http://schemas.openxmlformats.org/officeDocument/2006/relationships/slide" Target="/ppt/slides/slide5.xml" Id="R2e3eec40c28a4f48" /><Relationship Type="http://schemas.openxmlformats.org/officeDocument/2006/relationships/slide" Target="/ppt/slides/slide6.xml" Id="R594ae0d740624d6e" /><Relationship Type="http://schemas.openxmlformats.org/officeDocument/2006/relationships/slide" Target="/ppt/slides/slide7.xml" Id="R6f1e853ba008493f" /><Relationship Type="http://schemas.openxmlformats.org/officeDocument/2006/relationships/slide" Target="/ppt/slides/slide8.xml" Id="R2742c124136e4731" /><Relationship Type="http://schemas.openxmlformats.org/officeDocument/2006/relationships/slide" Target="/ppt/slides/slide9.xml" Id="Rd8a65fc1d50d4bd9" /><Relationship Type="http://schemas.openxmlformats.org/officeDocument/2006/relationships/slide" Target="/ppt/slides/slide10.xml" Id="R5337a30a76f1494c" /><Relationship Type="http://schemas.openxmlformats.org/officeDocument/2006/relationships/slide" Target="/ppt/slides/slide11.xml" Id="Rc3126b7c30e74f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d543f8f9794d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18cbd10cc1442d" /><Relationship Type="http://schemas.openxmlformats.org/officeDocument/2006/relationships/notesMaster" Target="/ppt/notesMasters/notesMaster1.xml" Id="Red1971a6a52b47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783c26915642fa" /><Relationship Type="http://schemas.openxmlformats.org/officeDocument/2006/relationships/notesMaster" Target="/ppt/notesMasters/notesMaster1.xml" Id="R757ab5ef505844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78b9a275184820" /><Relationship Type="http://schemas.openxmlformats.org/officeDocument/2006/relationships/notesMaster" Target="/ppt/notesMasters/notesMaster1.xml" Id="Rc3f8e128865241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cfb8057d7c4b62" /><Relationship Type="http://schemas.openxmlformats.org/officeDocument/2006/relationships/notesMaster" Target="/ppt/notesMasters/notesMaster1.xml" Id="R033505340ecc45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f4d7f6e3674cfd" /><Relationship Type="http://schemas.openxmlformats.org/officeDocument/2006/relationships/notesMaster" Target="/ppt/notesMasters/notesMaster1.xml" Id="R758e6893ed2343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e5add10961418c" /><Relationship Type="http://schemas.openxmlformats.org/officeDocument/2006/relationships/notesMaster" Target="/ppt/notesMasters/notesMaster1.xml" Id="Rbf2c5193c89648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3bfd065adc48ea" /><Relationship Type="http://schemas.openxmlformats.org/officeDocument/2006/relationships/notesMaster" Target="/ppt/notesMasters/notesMaster1.xml" Id="R37074afc5e9a4b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9f77fa4db24e5a" /><Relationship Type="http://schemas.openxmlformats.org/officeDocument/2006/relationships/notesMaster" Target="/ppt/notesMasters/notesMaster1.xml" Id="Rfa76ea48703447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79af1cbd224e58" /><Relationship Type="http://schemas.openxmlformats.org/officeDocument/2006/relationships/notesMaster" Target="/ppt/notesMasters/notesMaster1.xml" Id="Rb9da34b882fc43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23fe5c26a742ba" /><Relationship Type="http://schemas.openxmlformats.org/officeDocument/2006/relationships/notesMaster" Target="/ppt/notesMasters/notesMaster1.xml" Id="R166a9ea3c56a41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d6408ac98d42c3" /><Relationship Type="http://schemas.openxmlformats.org/officeDocument/2006/relationships/notesMaster" Target="/ppt/notesMasters/notesMaster1.xml" Id="R3194c0583c7b41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d70068942641e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1b5e4dcebb4bd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094d392d9342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40ed310fc4f1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854512fce54c6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4c881f415446f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992e4ee19c483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391c758ffb4ba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9e3cbb7d794a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86df8e2ce041f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2a88aea304472a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d364e808864562" /><Relationship Type="http://schemas.openxmlformats.org/officeDocument/2006/relationships/slideLayout" Target="/ppt/slideLayouts/slideLayout1.xml" Id="R26bb8afc4b044fad" /><Relationship Type="http://schemas.openxmlformats.org/officeDocument/2006/relationships/slideLayout" Target="/ppt/slideLayouts/slideLayout2.xml" Id="Ra8040b3f33f4475f" /><Relationship Type="http://schemas.openxmlformats.org/officeDocument/2006/relationships/slideLayout" Target="/ppt/slideLayouts/slideLayout3.xml" Id="Red4be75c07114f61" /><Relationship Type="http://schemas.openxmlformats.org/officeDocument/2006/relationships/slideLayout" Target="/ppt/slideLayouts/slideLayout4.xml" Id="Rb30e9bada2ce440c" /><Relationship Type="http://schemas.openxmlformats.org/officeDocument/2006/relationships/slideLayout" Target="/ppt/slideLayouts/slideLayout5.xml" Id="R2321db2101164e88" /><Relationship Type="http://schemas.openxmlformats.org/officeDocument/2006/relationships/slideLayout" Target="/ppt/slideLayouts/slideLayout6.xml" Id="R3c59b22f1acb4b8e" /><Relationship Type="http://schemas.openxmlformats.org/officeDocument/2006/relationships/slideLayout" Target="/ppt/slideLayouts/slideLayout7.xml" Id="Rf93a65713fa04004" /><Relationship Type="http://schemas.openxmlformats.org/officeDocument/2006/relationships/slideLayout" Target="/ppt/slideLayouts/slideLayout8.xml" Id="Reb0fd7938f4f40fe" /><Relationship Type="http://schemas.openxmlformats.org/officeDocument/2006/relationships/slideLayout" Target="/ppt/slideLayouts/slideLayout9.xml" Id="R4a0876d8659f43a1" /><Relationship Type="http://schemas.openxmlformats.org/officeDocument/2006/relationships/slideLayout" Target="/ppt/slideLayouts/slideLayout10.xml" Id="R3ef486d2ee5b47d8" /><Relationship Type="http://schemas.openxmlformats.org/officeDocument/2006/relationships/slideLayout" Target="/ppt/slideLayouts/slideLayout11.xml" Id="R9c9c726bad6a4b19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bb8afc4b044fad"/>
    <p:sldLayoutId xmlns:r="http://schemas.openxmlformats.org/officeDocument/2006/relationships" id="2147483650" r:id="Ra8040b3f33f4475f"/>
    <p:sldLayoutId xmlns:r="http://schemas.openxmlformats.org/officeDocument/2006/relationships" id="2147483651" r:id="Red4be75c07114f61"/>
    <p:sldLayoutId xmlns:r="http://schemas.openxmlformats.org/officeDocument/2006/relationships" id="2147483652" r:id="Rb30e9bada2ce440c"/>
    <p:sldLayoutId xmlns:r="http://schemas.openxmlformats.org/officeDocument/2006/relationships" id="2147483653" r:id="R2321db2101164e88"/>
    <p:sldLayoutId xmlns:r="http://schemas.openxmlformats.org/officeDocument/2006/relationships" id="2147483654" r:id="R3c59b22f1acb4b8e"/>
    <p:sldLayoutId xmlns:r="http://schemas.openxmlformats.org/officeDocument/2006/relationships" id="2147483655" r:id="Rf93a65713fa04004"/>
    <p:sldLayoutId xmlns:r="http://schemas.openxmlformats.org/officeDocument/2006/relationships" id="2147483656" r:id="Reb0fd7938f4f40fe"/>
    <p:sldLayoutId xmlns:r="http://schemas.openxmlformats.org/officeDocument/2006/relationships" id="2147483657" r:id="R4a0876d8659f43a1"/>
    <p:sldLayoutId xmlns:r="http://schemas.openxmlformats.org/officeDocument/2006/relationships" id="2147483658" r:id="R3ef486d2ee5b47d8"/>
    <p:sldLayoutId xmlns:r="http://schemas.openxmlformats.org/officeDocument/2006/relationships" id="2147483659" r:id="R9c9c726bad6a4b19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199eab4b0b34f3d" /><Relationship Type="http://schemas.openxmlformats.org/officeDocument/2006/relationships/image" Target="/ppt/media/image.png" Id="Ra38d2ae70d1d4c67" /><Relationship Type="http://schemas.openxmlformats.org/officeDocument/2006/relationships/notesSlide" Target="/ppt/notesSlides/notesSlide1.xml" Id="Re3d9a036444a40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935ce529cd241d0" /><Relationship Type="http://schemas.openxmlformats.org/officeDocument/2006/relationships/image" Target="/ppt/media/image2.png" Id="R8ec8db40f4514781" /><Relationship Type="http://schemas.openxmlformats.org/officeDocument/2006/relationships/notesSlide" Target="/ppt/notesSlides/notesSlide2.xml" Id="R5d0e07b1e0e24c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8a8df56dfea47d0" /><Relationship Type="http://schemas.openxmlformats.org/officeDocument/2006/relationships/image" Target="/ppt/media/image2.png" Id="Re934eeecde4c4b65" /><Relationship Type="http://schemas.openxmlformats.org/officeDocument/2006/relationships/notesSlide" Target="/ppt/notesSlides/notesSlide3.xml" Id="R715d6721a6094b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cd965d31f2b42b7" /><Relationship Type="http://schemas.openxmlformats.org/officeDocument/2006/relationships/image" Target="/ppt/media/image2.png" Id="Rfe6192ea90d54322" /><Relationship Type="http://schemas.openxmlformats.org/officeDocument/2006/relationships/notesSlide" Target="/ppt/notesSlides/notesSlide4.xml" Id="R16f3c6ef1f9b44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5a90ddd3e947fa" /><Relationship Type="http://schemas.openxmlformats.org/officeDocument/2006/relationships/image" Target="/ppt/media/image2.png" Id="R8d23b0c9b01a4244" /><Relationship Type="http://schemas.openxmlformats.org/officeDocument/2006/relationships/notesSlide" Target="/ppt/notesSlides/notesSlide5.xml" Id="R58298f3c9ee74e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670cd0f5f844b29" /><Relationship Type="http://schemas.openxmlformats.org/officeDocument/2006/relationships/image" Target="/ppt/media/image2.png" Id="Rc80483b7e5844ed9" /><Relationship Type="http://schemas.openxmlformats.org/officeDocument/2006/relationships/notesSlide" Target="/ppt/notesSlides/notesSlide6.xml" Id="Re6fdf425909946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f542265cf10497e" /><Relationship Type="http://schemas.openxmlformats.org/officeDocument/2006/relationships/image" Target="/ppt/media/image2.png" Id="R806fcc6765684017" /><Relationship Type="http://schemas.openxmlformats.org/officeDocument/2006/relationships/notesSlide" Target="/ppt/notesSlides/notesSlide7.xml" Id="Rca0af5f4ab0940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ac3367461a343af" /><Relationship Type="http://schemas.openxmlformats.org/officeDocument/2006/relationships/image" Target="/ppt/media/image2.png" Id="R58cd41e4938a467e" /><Relationship Type="http://schemas.openxmlformats.org/officeDocument/2006/relationships/notesSlide" Target="/ppt/notesSlides/notesSlide8.xml" Id="R38a0d1ef7d274c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9d3e900032e44fd" /><Relationship Type="http://schemas.openxmlformats.org/officeDocument/2006/relationships/image" Target="/ppt/media/image2.png" Id="Rc7baf675c6584803" /><Relationship Type="http://schemas.openxmlformats.org/officeDocument/2006/relationships/notesSlide" Target="/ppt/notesSlides/notesSlide9.xml" Id="R5da6837ddc3849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3ff844a8a3c4efa" /><Relationship Type="http://schemas.openxmlformats.org/officeDocument/2006/relationships/image" Target="/ppt/media/image2.png" Id="R8864c7f714e24f85" /><Relationship Type="http://schemas.openxmlformats.org/officeDocument/2006/relationships/hyperlink" Target="https://redrob-hirefit-ranker.onrender.com" TargetMode="External" Id="Rd4c2cc0d14274b31" /><Relationship Type="http://schemas.openxmlformats.org/officeDocument/2006/relationships/hyperlink" Target="https://huggingface.co/spaces/bansal1234/Hirefit" TargetMode="External" Id="R1a3af6564f38483c" /><Relationship Type="http://schemas.openxmlformats.org/officeDocument/2006/relationships/hyperlink" Target="https://github.com/bansalbhunesh/redrob-hirefit-ranker" TargetMode="External" Id="Rae6e23c33bd94de1" /><Relationship Type="http://schemas.openxmlformats.org/officeDocument/2006/relationships/notesSlide" Target="/ppt/notesSlides/notesSlide10.xml" Id="R893e6367ca5148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0c0d8924bf74ae3" /><Relationship Type="http://schemas.openxmlformats.org/officeDocument/2006/relationships/image" Target="/ppt/media/image3.png" Id="R626eb3ddda574b5a" /><Relationship Type="http://schemas.openxmlformats.org/officeDocument/2006/relationships/hyperlink" Target="https://github.com/bansalbhunesh/redrob-hirefit-ranker" TargetMode="External" Id="R27f6e459b48349ad" /><Relationship Type="http://schemas.openxmlformats.org/officeDocument/2006/relationships/hyperlink" Target="https://redrob-hirefit-ranker.onrender.com" TargetMode="External" Id="R8d421ec815364ef8" /><Relationship Type="http://schemas.openxmlformats.org/officeDocument/2006/relationships/hyperlink" Target="https://huggingface.co/spaces/bansal1234/Hirefit" TargetMode="External" Id="Rdc330642c8c04206" /><Relationship Type="http://schemas.openxmlformats.org/officeDocument/2006/relationships/notesSlide" Target="/ppt/notesSlides/notesSlide11.xml" Id="R12511c729549446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8d2ae70d1d4c6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Name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c8db40f451478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~136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100%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explainable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Traditional keyword filters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 / Boolean overlap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single keyword score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availability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none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honeypots blocked; impossible timelines penalised (0 in top-100)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opaque score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per-feature contribution (analytic Shapley)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 run to run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output,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34eeecde4c4b6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skill depth vs. keyword lists - overlap is high for stuffers, low for the real engineer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6192ea90d5432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645664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168" y="1965960"/>
            <a:ext cx="2645664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1136" y="1965960"/>
            <a:ext cx="2645664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honeypot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23b0c9b01a424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generated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Evidence contribution (representative)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202729"/>
                </a:solidFill>
              </a:rPr>
              <a:t>Career evidence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2E39C9"/>
                </a:solidFill>
              </a:rPr>
              <a:t>31%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202729"/>
                </a:solidFill>
              </a:rPr>
              <a:t>Skill depth &amp; match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191139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2E39C9"/>
                </a:solidFill>
              </a:rPr>
              <a:t>27%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202729"/>
                </a:solidFill>
              </a:rPr>
              <a:t>Semantic / role fit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12742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2E39C9"/>
                </a:solidFill>
              </a:rPr>
              <a:t>18%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202729"/>
                </a:solidFill>
              </a:rPr>
              <a:t>Behaviour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849507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2E39C9"/>
                </a:solidFill>
              </a:rPr>
              <a:t>12%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202729"/>
                </a:solidFill>
              </a:rPr>
              <a:t>Availability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495545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2E39C9"/>
                </a:solidFill>
              </a:rPr>
              <a:t>7%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202729"/>
                </a:solidFill>
              </a:rPr>
              <a:t>Integrity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353961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2E39C9"/>
                </a:solidFill>
              </a:rPr>
              <a:t>5%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are templated only from observed profile facts, so the system cannot invent supporting claims.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53 profiles were flagged for review; 0 entered the top 100. A flag is a review signal—not a fraud accusation.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2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0483b7e5844e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532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865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197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530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862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195" y="2194560"/>
            <a:ext cx="1081604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136 s pipeline • byte-identical SHA-256 8f7f30c6… • format, pool-membership, count, and integrity checks before atomic publish.</a:t>
            </a:r>
          </a:p>
        </p:txBody>
      </p: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6fcc676568401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8016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1920240"/>
            <a:ext cx="128016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1920240"/>
            <a:ext cx="128016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1920240"/>
            <a:ext cx="128016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1920240"/>
            <a:ext cx="128016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920240"/>
            <a:ext cx="128016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MEASURED CHOICE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The semantic path remains available but off by default: +0.0000 NDCG@10 at about 2.2× runtime on the frozen development arbiter.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cd41e4938a46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honeypots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270 + 1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 + env skip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136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149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SHA-256 8f7f30c6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0 honeypots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5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baf675c65848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8229600" cy="287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RANKING CORE
</a:t>
            </a: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 — deterministic CPU numerics
</a:t>
            </a: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rank-bm25 fallback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 — fast lexical retrieval over 100K
</a:t>
            </a: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 — no GPU or PyTorch dependency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DELIVERY
</a:t>
            </a: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 on Render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 — recruiter decision room
</a:t>
            </a: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 on Hugging Face Spaces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 — inspectable live sandbox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RELEASE PROOF
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Digest-pinned Docker base + hash-pinned dependencies
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270 tests pass + 1 environment skip
</a:t>
            </a: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 hash + 2K behaviour-regression gate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1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64c7f714e24f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" y="1278541"/>
            <a:ext cx="796861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57150" rIns="95250" bIns="381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7000"/>
              </a:lnSpc>
              <a:buNone/>
              <a:defRPr sz="1028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TRY IT
</a:t>
            </a: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Render decision room  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d4c2cc0d14274b31"/>
              </a:rPr>
              <a:t>https://redrob-hirefit-ranker.onrender.com</a:t>
            </a:r>
            <a:b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Hugging Face sandbox  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1a3af6564f38483c"/>
              </a:rPr>
              <a:t>https://huggingface.co/spaces/bansal1234/Hirefit</a:t>
            </a:r>
          </a:p>
          <a:p xmlns:a="http://schemas.openxmlformats.org/drawingml/2006/main">
            <a:pPr>
              <a:lnSpc>
                <a:spcPct val="107000"/>
              </a:lnSpc>
              <a:buNone/>
              <a:defRPr sz="1028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VERIFY IT
</a:t>
            </a: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Source repository  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ae6e23c33bd94de1"/>
              </a:rPr>
              <a:t>https://github.com/bansalbhunesh/redrob-hirefit-ranker</a:t>
            </a:r>
            <a:b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  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 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  <a:p xmlns:a="http://schemas.openxmlformats.org/drawingml/2006/main">
            <a:pPr>
              <a:lnSpc>
                <a:spcPct val="107000"/>
              </a:lnSpc>
              <a:buNone/>
              <a:defRPr sz="1028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DOWNLOAD + PROOF
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 + ranked_top100.xlsx — top 100 with grounded reasons
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8f7f30c6… • 270 pass + 1 environment skip • validator passed</a:t>
            </a:r>
          </a:p>
          <a:p xmlns:a="http://schemas.openxmlformats.org/drawingml/2006/main">
            <a:pPr>
              <a:lnSpc>
                <a:spcPct val="107000"/>
              </a:lnSpc>
              <a:buNone/>
              <a:defRPr sz="1028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8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DEMO FLOW
</a:t>
            </a:r>
            <a:r>
              <a:rPr sz="1028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 — a judge-ready 90-second walkthrough of reproduction, validation, live ranking, and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6eb3ddda574b5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BA224008-4B95-40E1-9871-D18EADA6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27f6e459b48349ad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8d421ec815364ef8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dc330642c8c04206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2026-07-01T17:34:24.4870000Z</dcterms:created>
  <dcterms:modified xsi:type="dcterms:W3CDTF">2026-07-01T17:34:24.4870000Z</dcterms:modified>
</coreProperties>
</file>