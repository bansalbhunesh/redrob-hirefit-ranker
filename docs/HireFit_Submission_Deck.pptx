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d7644a3f22f4e42" Type="http://schemas.openxmlformats.org/package/2006/relationships/metadata/core-properties" Target="docProps/core.xml"/><Relationship Id="R7f415c51618f46ec" Type="http://schemas.openxmlformats.org/officeDocument/2006/relationships/officeDocument" Target="ppt/presentation.xml"/><Relationship Id="R8e6fc90cb3e749a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c45022cb6354b71"/>
  </p:sldMasterIdLst>
  <p:notesMasterIdLst>
    <p:notesMasterId xmlns:r="http://schemas.openxmlformats.org/officeDocument/2006/relationships" r:id="R8c2cb91933354cce"/>
  </p:notesMasterIdLst>
  <p:sldIdLst>
    <p:sldId xmlns:r="http://schemas.openxmlformats.org/officeDocument/2006/relationships" id="256" r:id="R06d1b32663c4450a"/>
    <p:sldId xmlns:r="http://schemas.openxmlformats.org/officeDocument/2006/relationships" id="257" r:id="R3ae51a0f5b52422f"/>
    <p:sldId xmlns:r="http://schemas.openxmlformats.org/officeDocument/2006/relationships" id="258" r:id="Rd127832854f24a96"/>
    <p:sldId xmlns:r="http://schemas.openxmlformats.org/officeDocument/2006/relationships" id="259" r:id="R6f794b61bb1f4aad"/>
    <p:sldId xmlns:r="http://schemas.openxmlformats.org/officeDocument/2006/relationships" id="260" r:id="Re8dd09c5c4de4082"/>
    <p:sldId xmlns:r="http://schemas.openxmlformats.org/officeDocument/2006/relationships" id="261" r:id="R0a63bf0a622c4d7c"/>
    <p:sldId xmlns:r="http://schemas.openxmlformats.org/officeDocument/2006/relationships" id="262" r:id="Rda0da0f4b2c943e8"/>
    <p:sldId xmlns:r="http://schemas.openxmlformats.org/officeDocument/2006/relationships" id="263" r:id="R7b0684466e2944fc"/>
    <p:sldId xmlns:r="http://schemas.openxmlformats.org/officeDocument/2006/relationships" id="264" r:id="R2465c2d96c6140f9"/>
    <p:sldId xmlns:r="http://schemas.openxmlformats.org/officeDocument/2006/relationships" id="265" r:id="R6d4ae1b1da7f4d99"/>
    <p:sldId xmlns:r="http://schemas.openxmlformats.org/officeDocument/2006/relationships" id="266" r:id="Rf6736f59657947c5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d4b45373426a41ac"/>
      <p:bold xmlns:r="http://schemas.openxmlformats.org/officeDocument/2006/relationships" r:id="Rc602ecafd9924122"/>
    </p:embeddedFont>
    <p:embeddedFont>
      <p:font typeface="Manrope ExtraBold"/>
      <p:bold xmlns:r="http://schemas.openxmlformats.org/officeDocument/2006/relationships" r:id="R85e6e53a76aa44f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d1b32663c4450a" Type="http://schemas.openxmlformats.org/officeDocument/2006/relationships/slide" Target="slides/slide1.xml"/><Relationship Id="R0a63bf0a622c4d7c" Type="http://schemas.openxmlformats.org/officeDocument/2006/relationships/slide" Target="slides/slide6.xml"/><Relationship Id="R2465c2d96c6140f9" Type="http://schemas.openxmlformats.org/officeDocument/2006/relationships/slide" Target="slides/slide9.xml"/><Relationship Id="R3ae51a0f5b52422f" Type="http://schemas.openxmlformats.org/officeDocument/2006/relationships/slide" Target="slides/slide2.xml"/><Relationship Id="R692df04e943d49b6" Type="http://schemas.openxmlformats.org/officeDocument/2006/relationships/theme" Target="theme/theme1.xml"/><Relationship Id="R6d4ae1b1da7f4d99" Type="http://schemas.openxmlformats.org/officeDocument/2006/relationships/slide" Target="slides/slide10.xml"/><Relationship Id="R6f794b61bb1f4aad" Type="http://schemas.openxmlformats.org/officeDocument/2006/relationships/slide" Target="slides/slide4.xml"/><Relationship Id="R7b0684466e2944fc" Type="http://schemas.openxmlformats.org/officeDocument/2006/relationships/slide" Target="slides/slide8.xml"/><Relationship Id="R85e6e53a76aa44fe" Type="http://schemas.openxmlformats.org/officeDocument/2006/relationships/font" Target="fonts/font3.dat"/><Relationship Id="R8c2cb91933354cce" Type="http://schemas.openxmlformats.org/officeDocument/2006/relationships/notesMaster" Target="notesMasters/notesMaster1.xml"/><Relationship Id="Rbc45022cb6354b71" Type="http://schemas.openxmlformats.org/officeDocument/2006/relationships/slideMaster" Target="slideMasters/slideMaster1.xml"/><Relationship Id="Rc602ecafd9924122" Type="http://schemas.openxmlformats.org/officeDocument/2006/relationships/font" Target="fonts/font2.dat"/><Relationship Id="Rccc38a33d4474aa3" Type="http://schemas.openxmlformats.org/officeDocument/2006/relationships/presProps" Target="presProps.xml"/><Relationship Id="Rd127832854f24a96" Type="http://schemas.openxmlformats.org/officeDocument/2006/relationships/slide" Target="slides/slide3.xml"/><Relationship Id="Rd4b45373426a41ac" Type="http://schemas.openxmlformats.org/officeDocument/2006/relationships/font" Target="fonts/font.dat"/><Relationship Id="Rda0da0f4b2c943e8" Type="http://schemas.openxmlformats.org/officeDocument/2006/relationships/slide" Target="slides/slide7.xml"/><Relationship Id="Re8dd09c5c4de4082" Type="http://schemas.openxmlformats.org/officeDocument/2006/relationships/slide" Target="slides/slide5.xml"/><Relationship Id="Rf4f6c14e1dc04386" Type="http://schemas.openxmlformats.org/officeDocument/2006/relationships/tableStyles" Target="tableStyles.xml"/><Relationship Id="Rf6736f59657947c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38c170dfd9b242e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923e2729e984d52" Type="http://schemas.openxmlformats.org/officeDocument/2006/relationships/notesMaster" Target="../notesMasters/notesMaster1.xml"/><Relationship Id="Rd2fd7f84678f4e3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e4a81a5713e34405" Type="http://schemas.openxmlformats.org/officeDocument/2006/relationships/notesMaster" Target="../notesMasters/notesMaster1.xml"/><Relationship Id="Rfe8407fd97c34de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226e920c58e4981" Type="http://schemas.openxmlformats.org/officeDocument/2006/relationships/slide" Target="../slides/slide3.xml"/><Relationship Id="Rd6e0710ef10d459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7efce42b9eb427c" Type="http://schemas.openxmlformats.org/officeDocument/2006/relationships/slide" Target="../slides/slide4.xml"/><Relationship Id="Rde8714e006bf4404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320b846cf5d4d5e" Type="http://schemas.openxmlformats.org/officeDocument/2006/relationships/notesMaster" Target="../notesMasters/notesMaster1.xml"/><Relationship Id="Rd2e002d6d3c04b86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92d8fe4e7d394c68" Type="http://schemas.openxmlformats.org/officeDocument/2006/relationships/slide" Target="../slides/slide6.xml"/><Relationship Id="Rf2c14fe248a04bef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a9fe88ac104f4426" Type="http://schemas.openxmlformats.org/officeDocument/2006/relationships/notesMaster" Target="../notesMasters/notesMaster1.xml"/><Relationship Id="Rdb8fec9ece56465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d8066020277c4a40" Type="http://schemas.openxmlformats.org/officeDocument/2006/relationships/notesMaster" Target="../notesMasters/notesMaster1.xml"/><Relationship Id="Rf3cd25819dff427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58546fb55a84654" Type="http://schemas.openxmlformats.org/officeDocument/2006/relationships/slide" Target="../slides/slide9.xml"/><Relationship Id="R85448af6fd204ef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3743adfb176454a" Type="http://schemas.openxmlformats.org/officeDocument/2006/relationships/notesMaster" Target="../notesMasters/notesMaster1.xml"/><Relationship Id="Rdfef2d6da9d14cc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f80f254eb962482b" Type="http://schemas.openxmlformats.org/officeDocument/2006/relationships/slide" Target="../slides/slide11.xml"/><Relationship Id="Rfba378741f574b70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333a0c539f44ac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845ed5d8b184a4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f620c4fe0b0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9dcfa2734b44f5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28b933e7584450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e8633b022c2458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f5b87b5a8440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9677d1a20042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9d648c05f7b140b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af04294a0b5466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b051e702a09498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f2dda1717b461b" Type="http://schemas.openxmlformats.org/officeDocument/2006/relationships/slideLayout" Target="../slideLayouts/slideLayout8.xml"/><Relationship Id="R111b0cccc8b6499c" Type="http://schemas.openxmlformats.org/officeDocument/2006/relationships/slideLayout" Target="../slideLayouts/slideLayout9.xml"/><Relationship Id="R3633169da1dc41e6" Type="http://schemas.openxmlformats.org/officeDocument/2006/relationships/slideLayout" Target="../slideLayouts/slideLayout11.xml"/><Relationship Id="R3997af60d02c4d09" Type="http://schemas.openxmlformats.org/officeDocument/2006/relationships/slideLayout" Target="../slideLayouts/slideLayout10.xml"/><Relationship Id="R4993a5208ac34eb3" Type="http://schemas.openxmlformats.org/officeDocument/2006/relationships/theme" Target="theme/theme2.xml"/><Relationship Id="R73eccbf2b9e14f2e" Type="http://schemas.openxmlformats.org/officeDocument/2006/relationships/slideLayout" Target="../slideLayouts/slideLayout3.xml"/><Relationship Id="Ra393822925144790" Type="http://schemas.openxmlformats.org/officeDocument/2006/relationships/slideLayout" Target="../slideLayouts/slideLayout7.xml"/><Relationship Id="Ra9c8e0a109004696" Type="http://schemas.openxmlformats.org/officeDocument/2006/relationships/slideLayout" Target="../slideLayouts/slideLayout4.xml"/><Relationship Id="Rc45486c4ae414256" Type="http://schemas.openxmlformats.org/officeDocument/2006/relationships/slideLayout" Target="../slideLayouts/slideLayout6.xml"/><Relationship Id="Rca6e896cd806458d" Type="http://schemas.openxmlformats.org/officeDocument/2006/relationships/slideLayout" Target="../slideLayouts/slideLayout2.xml"/><Relationship Id="Re59cb210fb07490a" Type="http://schemas.openxmlformats.org/officeDocument/2006/relationships/slideLayout" Target="../slideLayouts/slideLayout1.xml"/><Relationship Id="Rf6c9cebd974a4b3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cb210fb07490a"/>
    <p:sldLayoutId xmlns:r="http://schemas.openxmlformats.org/officeDocument/2006/relationships" id="2147483650" r:id="Rca6e896cd806458d"/>
    <p:sldLayoutId xmlns:r="http://schemas.openxmlformats.org/officeDocument/2006/relationships" id="2147483651" r:id="R73eccbf2b9e14f2e"/>
    <p:sldLayoutId xmlns:r="http://schemas.openxmlformats.org/officeDocument/2006/relationships" id="2147483652" r:id="Ra9c8e0a109004696"/>
    <p:sldLayoutId xmlns:r="http://schemas.openxmlformats.org/officeDocument/2006/relationships" id="2147483653" r:id="Rf6c9cebd974a4b3a"/>
    <p:sldLayoutId xmlns:r="http://schemas.openxmlformats.org/officeDocument/2006/relationships" id="2147483654" r:id="Rc45486c4ae414256"/>
    <p:sldLayoutId xmlns:r="http://schemas.openxmlformats.org/officeDocument/2006/relationships" id="2147483655" r:id="Ra393822925144790"/>
    <p:sldLayoutId xmlns:r="http://schemas.openxmlformats.org/officeDocument/2006/relationships" id="2147483656" r:id="R0ef2dda1717b461b"/>
    <p:sldLayoutId xmlns:r="http://schemas.openxmlformats.org/officeDocument/2006/relationships" id="2147483657" r:id="R111b0cccc8b6499c"/>
    <p:sldLayoutId xmlns:r="http://schemas.openxmlformats.org/officeDocument/2006/relationships" id="2147483658" r:id="R3997af60d02c4d09"/>
    <p:sldLayoutId xmlns:r="http://schemas.openxmlformats.org/officeDocument/2006/relationships" id="2147483659" r:id="R3633169da1dc41e6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fd0510f49e34109" Type="http://schemas.openxmlformats.org/officeDocument/2006/relationships/notesSlide" Target="../notesSlides/notesSlide1.xml"/><Relationship Id="Rc42030595a9b4ca9" Type="http://schemas.openxmlformats.org/officeDocument/2006/relationships/image" Target="../media/image.png"/><Relationship Id="Rda94e8932c95436a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46a8a801e88b43c6" Type="http://schemas.openxmlformats.org/officeDocument/2006/relationships/slideLayout" Target="../slideLayouts/slideLayout11.xml"/><Relationship Id="R7664c66a2e6f4298" Type="http://schemas.openxmlformats.org/officeDocument/2006/relationships/notesSlide" Target="../notesSlides/notesSlide2.xml"/><Relationship Id="Rf213035adb264eb0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376bf91c2b664e32" Type="http://schemas.openxmlformats.org/officeDocument/2006/relationships/slideLayout" Target="../slideLayouts/slideLayout11.xml"/><Relationship Id="R63520391c012472c" Type="http://schemas.openxmlformats.org/officeDocument/2006/relationships/image" Target="../media/image2.png"/><Relationship Id="Rf986385d782b4f2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db3c1f6b0f54f9b" Type="http://schemas.openxmlformats.org/officeDocument/2006/relationships/slideLayout" Target="../slideLayouts/slideLayout11.xml"/><Relationship Id="R8f45bfc90d8546fb" Type="http://schemas.openxmlformats.org/officeDocument/2006/relationships/image" Target="../media/image2.png"/><Relationship Id="R95a5082914c148fd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0d4fd2ecb02448c" Type="http://schemas.openxmlformats.org/officeDocument/2006/relationships/image" Target="../media/image2.png"/><Relationship Id="R8d31a8aa69c4488e" Type="http://schemas.openxmlformats.org/officeDocument/2006/relationships/slideLayout" Target="../slideLayouts/slideLayout11.xml"/><Relationship Id="Rc0b281adb7624c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9f5652c276540f9" Type="http://schemas.openxmlformats.org/officeDocument/2006/relationships/slideLayout" Target="../slideLayouts/slideLayout11.xml"/><Relationship Id="R9cd0ef990cc04dec" Type="http://schemas.openxmlformats.org/officeDocument/2006/relationships/image" Target="../media/image2.png"/><Relationship Id="Rd6b72e6b205147a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8091623c83f4cd0" Type="http://schemas.openxmlformats.org/officeDocument/2006/relationships/image" Target="../media/image2.png"/><Relationship Id="R9c3bb963c4a842b7" Type="http://schemas.openxmlformats.org/officeDocument/2006/relationships/notesSlide" Target="../notesSlides/notesSlide7.xml"/><Relationship Id="Rb9bc710f272641d7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77503806892f4f6a" Type="http://schemas.openxmlformats.org/officeDocument/2006/relationships/slideLayout" Target="../slideLayouts/slideLayout11.xml"/><Relationship Id="R8a5d3931e4f346d4" Type="http://schemas.openxmlformats.org/officeDocument/2006/relationships/notesSlide" Target="../notesSlides/notesSlide8.xml"/><Relationship Id="Ra90ae1f8225747f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14cede6f01e4589" Type="http://schemas.openxmlformats.org/officeDocument/2006/relationships/notesSlide" Target="../notesSlides/notesSlide9.xml"/><Relationship Id="Rad6226bebc704a4b" Type="http://schemas.openxmlformats.org/officeDocument/2006/relationships/slideLayout" Target="../slideLayouts/slideLayout11.xml"/><Relationship Id="Rf20ba360a16a456c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08f8d86d43414e3d" Type="http://schemas.openxmlformats.org/officeDocument/2006/relationships/hyperlink" Target="https://huggingface.co/spaces/bansal1234/Hirefit" TargetMode="External"/><Relationship Id="R683c82b4e3b14071" Type="http://schemas.openxmlformats.org/officeDocument/2006/relationships/hyperlink" Target="https://redrob-hirefit-ranker.onrender.com" TargetMode="External"/><Relationship Id="R76f3723303cf465b" Type="http://schemas.openxmlformats.org/officeDocument/2006/relationships/slideLayout" Target="../slideLayouts/slideLayout11.xml"/><Relationship Id="Ra93da93d1029498f" Type="http://schemas.openxmlformats.org/officeDocument/2006/relationships/image" Target="../media/image2.png"/><Relationship Id="Rf0d3f1fb05d046e1" Type="http://schemas.openxmlformats.org/officeDocument/2006/relationships/hyperlink" Target="https://github.com/bansalbhunesh/redrob-hirefit-ranker" TargetMode="External"/><Relationship Id="Rfc973b2fbe4a4b1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8a0c642ff74748c6" Type="http://schemas.openxmlformats.org/officeDocument/2006/relationships/hyperlink" Target="https://github.com/bansalbhunesh/redrob-hirefit-ranker" TargetMode="External"/><Relationship Id="Rc97c91079b94410f" Type="http://schemas.openxmlformats.org/officeDocument/2006/relationships/slideLayout" Target="../slideLayouts/slideLayout11.xml"/><Relationship Id="Rf04c21f6f9b743bf" Type="http://schemas.openxmlformats.org/officeDocument/2006/relationships/hyperlink" Target="https://huggingface.co/spaces/bansal1234/Hirefit" TargetMode="External"/><Relationship Id="Rf1d513c90fce42b3" Type="http://schemas.openxmlformats.org/officeDocument/2006/relationships/image" Target="../media/image3.png"/><Relationship Id="Rf4f5454e4cb04f18" Type="http://schemas.openxmlformats.org/officeDocument/2006/relationships/hyperlink" Target="https://redrob-hirefit-ranker.onrender.com" TargetMode="External"/><Relationship Id="Rfce78cbf2e8c4f47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030595a9b4c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3035adb264e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105.3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20391c01247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5bfc90d8546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d4fd2ecb0244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55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3d2d…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55 profiles were flagged for review; 0 entered the top 100. The new three-way YoE check closes two previously missed contradictions without using candidate IDs.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d0ef990cc0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105.3 s pipeline / 117.2 s wall • byte-identical SHA-256 3d2dbd8a… • membership, count, integrity, and hash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91623c83f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ae1f82257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278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105.3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117.2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SHA-256 3d2dbd8a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0ba360a16a45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3D00AAF3-AF39-4AE0-9DDA-DD9F9C5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ED3268DB-ECE9-4342-A6B3-42D6057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CDB9E4B1-7E91-4420-B096-27DB563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C8C14374-D475-4053-8346-2B8ADB6B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278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AAF1F390-6F45-4F8A-AE82-373661F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3da93d1029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683c82b4e3b14071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08f8d86d43414e3d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2CADADF-B86F-4479-A5DC-63A14F8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453A61D9-C696-4010-9727-2BE8D6F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C1CCFAA7-C123-4851-BBA3-A8BE99C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FB8FC36D-B191-4D6A-B223-CB942F19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9652C006-9F2F-4BA6-ACCB-2880E9D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0d3f1fb05d046e1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10BAF48D-38A5-48C2-8E99-EFE9A3F5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3d2dbd8a…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9F89C49D-6BC1-4D62-9A04-25D8737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90-second demo flow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d513c90fce42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4795D8D5-F654-427D-8A27-E7A6EC1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a0c642ff74748c6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4f5454e4cb04f1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04c21f6f9b743bf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2026-07-02T02:08:58.4940000Z</dcterms:created>
  <dcterms:modified xsi:type="dcterms:W3CDTF">2026-07-02T02:08:58.4940000Z</dcterms:modified>
</coreProperties>
</file>