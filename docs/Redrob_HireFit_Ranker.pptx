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/>
              </a:rPr>
              <a:t>REDROB · INDIA RUNS DATA &amp; AI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HireFit Ranker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Segoe UI"/>
              </a:rPr>
              <a:t>Ranks careers, not keywords.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A fast, offline, deterministic engine that surfaces genuinely hireable engineers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from a 100,000-candidate pool — a shortlist a recruiter can trust.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github.com/bansalbhunesh/redrob-hirefit-ranker   ·   live demo: redrob-hirefit-ranker.onrender.com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220"/>
                </a:solidFill>
                <a:latin typeface="Segoe UI"/>
              </a:rPr>
              <a:t>The dataset punishes keyword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The JD says "5–9 yrs, embeddings/retrieval/ranking" — but it MEANS: find engineers who actually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shipped ranking / search / recsys at product companies, even without the buzzwords. And reject: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34747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egoe UI"/>
              </a:rPr>
              <a:t>Keyword stuffers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wrong-role profiles padded with AI skills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108960"/>
            <a:ext cx="34747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egoe UI"/>
              </a:rPr>
              <a:t>Honeypots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7763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impossible profiles — "expert" in 10 skills with 0 months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34747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B1220"/>
                </a:solidFill>
                <a:latin typeface="Segoe UI"/>
              </a:rPr>
              <a:t>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97763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perfect on paper, but 5% response rate / not open to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Segoe UI"/>
              </a:rPr>
              <a:t>→ So the ranker reads CAREERS and BEHAVIOR, not skill lists.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220"/>
                </a:solidFill>
                <a:latin typeface="Segoe UI"/>
              </a:rPr>
              <a:t>Hybrid scoring + multiplicative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1166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1166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2253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2253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BM25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3340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3340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28-D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4427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4427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Honeypot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5514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5514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Behavioral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6601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6601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07688" y="1828800"/>
            <a:ext cx="1243926" cy="914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7688" y="2011680"/>
            <a:ext cx="12439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220"/>
                </a:solidFill>
                <a:latin typeface="Segoe UI"/>
              </a:rPr>
              <a:t>Final score = base_score  ×  behavioral  ×  honeypot  ×  disqualifier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Segoe UI"/>
              </a:rPr>
              <a:t>•  BM25 lexical relevance + a 28-feature recruiter matrix (skills, career evidence, seniority, behavior, logistics).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Segoe UI"/>
              </a:rPr>
              <a:t>•  Guardrails are MULTIPLICATIVE — a high fit score cannot rescue an impossible, off-target, or unavailable profile.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Segoe UI"/>
              </a:rPr>
              <a:t>•  Career-evidence signals (production, IR/ranking) outweigh skill-list matches → Tier-5s without buzzwords still surface.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Segoe UI"/>
              </a:rPr>
              <a:t>•  Fully deterministic &amp; offline: same input → byte-identical output; no network, no GPU, no LLM at rank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WHY THESE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220"/>
                </a:solidFill>
                <a:latin typeface="Segoe UI"/>
              </a:rPr>
              <a:t>Deliberate, measured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  <a:latin typeface="Segoe UI"/>
              </a:rPr>
              <a:t>Feature matrix + BM25 — not an LLM per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7830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LLM-per-candidate can't scale to 100K on budget, isn't reproducible, needs network. We rank the pool on CPU in ~80–180s.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  <a:latin typeface="Segoe UI"/>
              </a:rPr>
              <a:t>No dense embeddings — tested &amp;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6974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Built a model2vec/potion branch, gated on a measured A/B: NDCG@10 +0.0000, ~2.2× runtime → FAIL. Shipped the simpler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  <a:latin typeface="Segoe UI"/>
              </a:rPr>
              <a:t>Career-evidence over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6118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Production / IR-ranking signals from career history outweigh skill lists — how non-buzzword Tier-5s surface.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  <a:latin typeface="Segoe UI"/>
              </a:rPr>
              <a:t>Multiplicative behavioral &amp; honeypot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5262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Encodes the JD's explicit "down-weight the unavailable" rule; impossible profiles forced to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220"/>
                </a:solidFill>
                <a:latin typeface="Segoe UI"/>
              </a:rPr>
              <a:t>Deterministic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54406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Segoe UI"/>
              </a:rPr>
              <a:t>Byte-identical, traceable, debuggable — the basis for explainability and reproduction.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220"/>
                </a:solidFill>
                <a:latin typeface="Segoe UI"/>
              </a:rPr>
              <a:t>A shortlist a recruiter can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47088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220"/>
                </a:solidFill>
                <a:latin typeface="Segoe UI"/>
              </a:rPr>
              <a:t>~104s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100K run · CPU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847088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220"/>
                </a:solidFill>
                <a:latin typeface="Segoe UI"/>
              </a:rPr>
              <a:t>100%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395728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no network · GPU ·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47088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220"/>
                </a:solidFill>
                <a:latin typeface="Segoe UI"/>
              </a:rPr>
              <a:t>0 /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395728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honeypots in top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847088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220"/>
                </a:solidFill>
                <a:latin typeface="Segoe UI"/>
              </a:rPr>
              <a:t>P@10 ·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395728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independent LLM-judge</a:t>
            </a:r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10881360" cy="523328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Live interactive dashboard — pipeline stages, honeypot blocking, per-candidate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Proven without the hidden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1.  Non-circular heuristic eval — an independent labeler sharing NO code with the ranker → composite 0.881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     (rules out self-grading).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2.  LLM-as-judge (dev-only, never in the ranking path) scored the top-10 against the JD: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top-10 tiers [5,5,4,4,5,5,5,5,5,5]   ·   P@10 = 1.0   ·   NDCG@10 = 0.894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The judge even confirmed our behavioral guardrails are MORE recruiter-aware than itself —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we correctly down-weighted high-skill candidates with 12% response rate that the LLM over-rated.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"We don't rank resumes. We rank hireable candidates."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220"/>
                </a:solidFill>
                <a:latin typeface="Segoe UI"/>
              </a:rPr>
              <a:t>Every score is traceable — nothing is a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•  Per-candidate REASONING in the output, generated only from facts in the profile — no hallucinated skills.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•  Every score DECOMPOSES into named features + the three multipliers.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•  Interactive dashboard shows the pipeline, honeypot blocking, and a live feature + reasoning audit.</a:t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334155"/>
                </a:solidFill>
                <a:latin typeface="Segoe UI"/>
              </a:rPr>
              <a:t>•  Two live UIs: Render dashboard + HuggingFace sandbox.</a:t>
            </a:r>
          </a:p>
        </p:txBody>
      </p:sp>
      <p:pic>
        <p:nvPicPr>
          <p:cNvPr id="6" name="Picture 5" descr="space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2420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✓  GitHub repo — clean, complete, working code</a:t>
            </a:r>
          </a:p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✓  Ranked output — submission.csv (candidate_id, rank, score, reasoning)</a:t>
            </a:r>
          </a:p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✓  Methodology — METHODOLOGY.md + this deck</a:t>
            </a:r>
          </a:p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✓  Live demos — Render dashboard + HuggingFace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Segoe UI"/>
              </a:rPr>
              <a:t>Reproduce:  python rank.py --candidates ./candidates.jsonl --out ./submission.csv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github.com/bansalbhunesh/redrob-hirefit-ranker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