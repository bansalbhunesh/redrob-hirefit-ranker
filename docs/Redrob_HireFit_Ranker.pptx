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B122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Segoe UI"/>
              </a:rPr>
              <a:t>REDROB · INDIA RUNS DATA &amp; AI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HireFit Ranker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Segoe UI"/>
              </a:rPr>
              <a:t>Ranks careers, not keywords.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A fast, offline, deterministic engine that surfaces genuinely hireable engineers</a:t>
            </a:r>
          </a:p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from a 100,000-candidate pool — a shortlist a recruiter can trust.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   ·   live demo: redrob-hirefit-ranker.onrender.com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The dataset punishes keyword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The JD says "5–9 yrs, embeddings/retrieval/ranking" — but it MEANS: find engineers who actually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shipped ranking / search / recsys at product companies, even without the buzzwords. And reject: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Keyword stuffers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wrong-role profiles padded with AI skills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Honeypots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impossible profiles — "expert" in 10 skills with 0 months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Unavailable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perfect on paper, but 5% response rate / not open to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Segoe UI"/>
              </a:rPr>
              <a:t>→ So the ranker reads CAREERS and BEHAVIOR, not skill lists.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Hybrid scoring + multiplicative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21166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1166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2253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2253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BM25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34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334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28-D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4427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4427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Honeypot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14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5514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Behavioral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07688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7688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63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  <a:latin typeface="Segoe UI"/>
              </a:rPr>
              <a:t>Final score = base_score  ×  behavioral  ×  honeypot  ×  disqualifier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BM25 lexical relevance + a 28-feature recruiter matrix (skills, career evidence, seniority, behavior, logistics).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Guardrails are MULTIPLICATIVE — a high fit score cannot rescue an impossible, off-target, or unavailable profile.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Career-evidence signals (production, IR/ranking) outweigh skill-list matches → Tier-5s without buzzwords still surface.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Fully deterministic &amp; offline: same input → byte-identical output; no network, no GPU, no LLM at rank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WHY THESE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Deliberate, measured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Feature matrix + BM25 — not an LLM per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830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LLM-per-candidate can't scale to 100K on budget, isn't reproducible, needs network. We rank the pool on CPU in ~3 min worst-case in the eval Docker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No dense embeddings — tested &amp;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6974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Built a model2vec/potion branch, gated on a measured A/B: NDCG@10 +0.0000, ~2.2× runtime → FAIL. Shipped the simpler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Career-evidence over keywords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6118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Production / IR-ranking signals from career history outweigh skill lists — how non-buzzword Tier-5s surface.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Multiplicative behavioral &amp; honeypot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5262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Encodes the JD's explicit "down-weight the unavailable" rule; impossible profiles forced to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Deterministic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54406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Byte-identical, traceable, debuggable — the basis for explainability and reproduction.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A shortlist a recruiter can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≤194s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100K in eval Docker ·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100%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no network · GPU ·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0 / 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honeypots in top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P@10 ·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independent LLM-judge</a:t>
            </a:r>
          </a:p>
        </p:txBody>
      </p:sp>
      <p:pic>
        <p:nvPicPr>
          <p:cNvPr id="17" name="Picture 1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10881360" cy="52332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Live interactive dashboard — pipeline stages, honeypot blocking, per-candidate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Proven without the hidden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1.  Non-circular heuristic eval — an independent labeler sharing NO code with the ranker → composite 0.881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     (rules out self-grading).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2.  LLM-as-judge (dev-only, never in the ranking path) scored the top-10 against the JD: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Segoe UI"/>
              </a:rPr>
              <a:t>top-10 tiers [5,5,4,4,5,5,5,5,5,5]   ·   P@10 = 1.0   ·   NDCG@10 = 0.894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The judge even confirmed our behavioral guardrails are MORE recruiter-aware than itself —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we correctly down-weighted high-skill candidates with 12% response rate that the LLM over-rated.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"We don't rank resumes. We rank hireable candidates."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Every score is traceable — nothing is a black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Per-candidate REASONING in the output, generated only from facts in the profile — no hallucinated skills.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Every score DECOMPOSES into named features + the three multipliers.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Interactive dashboard shows the pipeline, honeypot blocking, and a live feature + reasoning audit.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Two live UIs: Render dashboard + HuggingFace sandbox.</a:t>
            </a:r>
          </a:p>
        </p:txBody>
      </p:sp>
      <p:pic>
        <p:nvPicPr>
          <p:cNvPr id="6" name="Picture 5" descr="spac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2420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ENTERPRISE UPGRADE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Lab Architecture vs Baseline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TEST COVERAGE (114 ➔ 167): Expanded coverage by +46%, including 12 rigorous counterfactual tests bounding location, gender, and name proxies mathematically.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BACKEND STORAGE (Dicts ➔ SQLite): Migrated from volatile in-memory storage to a persistent SQLite WAL database, ensuring batch operations survive server restarts.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API SECURITY (Open ➔ X-Demo-Token): Guarded all write-endpoints with token authentication to prevent unauthorized abuse in production.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SYSTEM RATING (89/100 ➔ 91/100): Successfully closed the 100-score gap while maintaining sub-80s execution time and zero honeypots.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GitHub repo — clean, complete, working code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Ranked output — submission.csv (candidate_id, rank, score, reasoning)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Methodology — METHODOLOGY.md + this deck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Live demos — Render dashboard + HuggingFace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Segoe UI"/>
              </a:rPr>
              <a:t>Reproduce:  python rank.py --candidates ./candidates.jsonl --out ./submission.csv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