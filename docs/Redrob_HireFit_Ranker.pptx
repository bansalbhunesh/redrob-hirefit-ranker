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8.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offline pipeline scores every candidate — no LLM in the ranking loop.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deterministic stages turn a raw profile into a trusted rank. Runs on CPU, no network, no GPU.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D56B7F3-6E6D-A815-8B42-E2578E43F90E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D251257-44E1-5F0D-F612-94D23FF4F422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7AB383-2197-F413-4639-D2D0E88CCCF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FFAAE-1597-9C7D-93C5-13462966BA6B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2BEE64-1187-B1BC-0CD0-DE7B344ACA3B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0E8ACC-F57E-709A-E27B-441ECF1EA09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4F8220-20F6-398C-154E-83C4EEA7E64A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21CC2C-DC35-DB63-B7B3-9532A959C7E5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BA18185-0925-5C0D-1EDA-E2A863565159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96AFC-7B2A-9DFB-ED65-9833F034F8C3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2FF419-3967-A0F4-2950-3B8730506136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8A30FA-35C0-7434-2A89-6334967F70F5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01E010-54DD-FC42-3097-874FD013F2E9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ABD5B1-9325-9482-F04A-0153D3B2E224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BDBF05-B264-6602-8FF2-3572E3F1F780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EBED78-8544-ECFD-7DE0-046EC448AF2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F182B8-6416-C483-C52B-E39BEC0BA9ED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F49D72-FB11-90FA-36F6-189CC4B4CFD8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E26AC3-4ED1-28FA-A0D3-5481089F49B9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E7D632-581B-F8EB-5B64-71DB061015D4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AFD6BB-0514-BED6-6BD2-35B7B7BCC56A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E519C1-E2C7-EC7C-C695-928761E47E32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ADC5727-0AB9-02EB-472F-E54FD70523DA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072251-A7C8-0F96-034F-64D5A97B6DAD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055BBE-D8EB-A77B-0CD4-4B4DCB44154C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8CE10F-6040-8A78-C485-9EC35D91944E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8F800B-C5C3-F62D-4813-E7435660850D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19294A-927F-BFF1-B58F-274B562A8C8D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B93647F-A88E-CBD8-3E67-5FBE0384C747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75217090-3116-FBDF-CC3B-D40BD0000622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93150B-0D35-0644-6C81-63638100C0B3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FD6BB-421B-2757-0067-E88BFCA2AE8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B4FB6A-74DD-8ADE-99E2-C7CAA38860D4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4D9A74-84DE-CC0A-8358-52FE1947D089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69A012-0D92-03B2-BC6A-E81AC578AE1B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B8C18D6-26E8-70D3-F94D-C8A54226DB6F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088258A-E005-4012-DE71-F0EC62EE3373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A8761F-36F0-1523-ABD9-505E736D7482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CB3676-62D6-E33D-9099-C106C00CF32C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4355021-8C6A-7708-5500-F150B2480FE1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D13C1A-BD21-3F10-AC96-59C422CCA682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4E3BB4-D539-2D67-F3EA-A53941D9667F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120E79B-E13F-27CD-1F54-965737443398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8FAB921-6B5E-34C0-B02A-6539BC15BADC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A86000-5EC6-5E97-1212-6F01AEEF5896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4DA7AC-B0CB-6D4F-FA0E-F61C4493E9AF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147A43E-656F-D90A-AF4B-55B10894D0C9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103537-E9C7-6DB7-C9C2-FB493246EA3E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F88510-5342-7E37-6F26-DB91488B1D6D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4075FE2-BD66-5C85-DD2E-224439F58B31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41148BE-F658-B980-1F18-0ED9729C37BC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A8BC78-23AE-11BC-D764-12A0770F2237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F7F305-662A-B031-4F23-C8843CF4F148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823C87-4F90-B4C0-080E-8F0A6A15A80F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B62ACC-6758-0F1D-D3EA-A5614CFB99AB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3D6289-95E2-8F24-FABE-01F81832F799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768CB3A-9666-9919-9C49-55EA81EA6139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A45BD478-0E93-62AF-1443-42ECEEEB5F0A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2A1F69-98AE-5EDC-ED7B-F00D24AEFEC2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A2A5DB0-540F-D8B9-B3FD-A922CAE0F9FB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5202A2-5310-940F-34ED-5D42F1367F68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95FABD9-ADF8-2BF2-804C-3C3E2D49E8BA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B06AE7-DD2A-509F-8775-F92162EEE59E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C2A3D0-5FCA-5CE1-656D-23423ADA7DA7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40C93A-9D93-2664-44C2-1CD4593DCC00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BEA14EF-E36F-CFFF-1CC6-AA7B938F1FAA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40F2A7C5-B8B4-3F0B-4FE4-F279DD083BAB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82E3067-F596-9530-7DDD-BE413B1C0E57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4EF3AF8-8B34-A88E-85FA-33F47904D7AC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99B52C3-5507-6768-060A-E67BD406E0D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D9FD335-A1DC-0CC7-7EAA-61C407D61E6E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4368E19-9EFF-679F-3B68-241D79B4AAC0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901EF0F-4459-B94E-6073-1DA28C25BD33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69FF5F73-6882-90D5-FB80-0AA116ADFC14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C6BD023-58FF-50D9-85BB-E6A5670B7CBC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C87B05B9-C669-46B7-EF70-28133541494D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8452007C-544E-5E71-BAE0-7AE13F29378B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FB5FEBB5-D5EF-B564-C5F4-83C8B4DC3E27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4C55C88-6332-EEB4-3A03-DAC310051C36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72F7DF6F-9434-D93C-A2D9-521B4B83A2A2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69F6B1F-9CDF-12C8-B07C-66815377912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5C9787D6-A2A6-FA26-B049-9EC8D4C0A3F2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D132DFE8-C32C-3A44-6C18-417BF791F0C5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AFB65394-95DB-12C8-00CF-5486C2A6CEAA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FDD75219-BEA3-057F-CB4E-6194282D1BBC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A28BEE2-4B6D-EEFC-CE64-3C85E6B8F9F5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1A99D19E-C774-9B43-7904-BB00C355EEAA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C27F5120-7650-C195-AD45-B0A22033B984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F840FB41-FAA6-D9EA-B66F-6120E288A560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08CBCFF4-882E-935A-D702-B3E90E4B7B97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5085EC3-4248-4212-99C4-33A4D9F2B29B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6 / 11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BF5771A-EE83-A066-7DDD-19F3DDFA074C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independent LLM judge confirms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gemini-2.5-flash scores each 0–5 vs the JD rubric: read careers, down-weight unavailable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 all 4–5 by the independent judge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(0.881)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289828-48C2-AA2B-E21D-C51F9D63EBC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6CCD3E-6AB3-AA8D-AF24-3BA6420DAA6C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8AE8FF-1576-BCE6-049A-04575698ADE2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CCC69-100C-7566-CE31-30FD95F7C08D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51AAF3E-0908-21DD-E9F0-333C763D4FD0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01657-C8C9-2E0D-CA6E-AD9445BB1007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CCB0B8-3A05-7E5B-650E-9658AB96296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97AAB9-CB18-8F73-65F4-4AFD86865BCB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E7389F-B97F-FD77-3B27-71E8D81D7390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F218F-4FD8-FDAC-00AA-55EB341F4128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AD7C93-FA25-D67D-19C7-287A63664D5D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F7F3BCA-49B7-C7B9-FF54-ED0E990739C0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429DB9-739B-B2FF-55E2-DEA6976B3E7F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FC6833-5878-287F-3157-BAF1653B7645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6729BD4-0F0F-227D-90E3-E1DB33931DBD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CED9CF-7C44-B186-87F9-196F42ABB075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516EC2-E938-DABA-C3DB-99ABE2A48BF5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91E4A98-A5CE-9F74-D4F8-5E3F96293A8B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09F304-EBE7-4626-C223-24126C522E14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200EB1-8DE9-A90E-7D04-8F1908F3875E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56BB72A-2C76-2C17-AFB2-9C55BD0CC2CE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15F186-1138-5A13-6931-0B8B8F4C4432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12860DB-1C2A-EB71-62E3-B79581F8C549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B71C9D-94A8-47CE-91D8-FE1C5F0EEE43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C097ABD-90D6-85A2-E5D6-1BA750CEF7F9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0350E7-11AE-7CE8-7B76-9DBBF3BB0306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1AEBB-7E37-51E1-B030-A296D2B77B59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FF70D94-3DB3-D109-1BA9-C672FC7C1742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E2CB8F-F042-7AF3-E9C7-4169D1889D75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791D5B-675F-AB2A-B0B9-10474B420047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19E8EB7-73F1-1B51-6753-33907AD19EDC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69EE11-6F9B-2294-6C6F-E5866A7D8FFA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3C0F15-419D-2505-067C-60F59ADF1E81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D561949-4FAF-38F8-57B2-26B3C33CBBD6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342932-2C48-03B6-AC9A-083C3CEFFAF1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Sandbox remeasure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8A4817-767A-2845-0EEB-E21058152A8D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Final runtime should be quoted from the challenge-style Python 3.11 container.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895D1B0-6E87-546F-F9E9-BD67122919F7}"/>
              </a:ext>
            </a:extLst>
          </p:cNvPr>
          <p:cNvSpPr/>
          <p:nvPr/>
        </p:nvSpPr>
        <p:spPr>
          <a:xfrm>
            <a:off x="640080" y="6144768"/>
            <a:ext cx="10908793" cy="384048"/>
          </a:xfrm>
          <a:prstGeom prst="roundRect">
            <a:avLst>
              <a:gd name="adj" fmla="val 3500"/>
            </a:avLst>
          </a:prstGeom>
          <a:solidFill>
            <a:srgbClr val="0A0D11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57E9217-DE99-3415-5E6C-474D085B65BC}"/>
              </a:ext>
            </a:extLst>
          </p:cNvPr>
          <p:cNvSpPr txBox="1"/>
          <p:nvPr/>
        </p:nvSpPr>
        <p:spPr>
          <a:xfrm>
            <a:off x="932688" y="6217920"/>
            <a:ext cx="10241280" cy="1446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40" b="1">
                <a:solidFill>
                  <a:srgbClr val="8B7CF6"/>
                </a:solidFill>
                <a:latin typeface="Arial" panose="020B0604020202020204" pitchFamily="34" charset="0"/>
              </a:rPr>
              <a:t>Stage-5 message: </a:t>
            </a:r>
            <a:r>
              <a:rPr lang="en-US" sz="940">
                <a:solidFill>
                  <a:srgbClr val="9AA7B4"/>
                </a:solidFill>
                <a:latin typeface="Arial" panose="020B0604020202020204" pitchFamily="34" charset="0"/>
              </a:rPr>
              <a:t>we optimized the part judges can reproduce and explain; model-heavy paths stayed experiments unless they improved measured quality.</a:t>
            </a:r>
            <a:endParaRPr lang="en-IN" sz="94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CA881FE-8606-2662-FFD4-6989BE840287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9 / 11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C44640E-D07F-3542-193B-EA34E1239954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4.33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184s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1596</Words>
  <Application>Microsoft Office PowerPoint</Application>
  <PresentationFormat>Widescreen</PresentationFormat>
  <Paragraphs>272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4</cp:revision>
  <dcterms:created xsi:type="dcterms:W3CDTF">2026-06-09T15:19:30Z</dcterms:created>
  <dcterms:modified xsi:type="dcterms:W3CDTF">2026-06-09T16:33:40Z</dcterms:modified>
</cp:coreProperties>
</file>