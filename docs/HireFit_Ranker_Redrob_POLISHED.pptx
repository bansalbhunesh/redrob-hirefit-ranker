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0" r:id="rId6"/>
    <p:sldId id="266" r:id="rId7"/>
    <p:sldId id="261" r:id="rId8"/>
    <p:sldId id="262" r:id="rId9"/>
    <p:sldId id="263" r:id="rId10"/>
    <p:sldId id="264" r:id="rId11"/>
    <p:sldId id="268" r:id="rId19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9.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anchored on the JD's 5–9 band — juniors demoted hard; senior depth read from trajectory, not years arithmetic.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DISCIPLINE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config that scores higher — and declined it on principle.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knob swept under a decision rule committed before the first run; the JD is the spec, not the judge.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(LLM-JUDGE)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FLOOR-OFF — BIASED SAMPLE, DECLINED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CHANGES 0.25–0.55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TRAPS CAUGHT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rule decided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first   committed before any sweep run — ties break toward the JD's down-weight instruction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guard   floor 0.85–1.00 configs excluded: &lt;95% label coverage, selection-biased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  shipped config — identical top-100 across floors 0.25–0.55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our strongest rival — it lost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LambdaMART challenger built on our own 28 features plus recovered generator structure lost its pre-registered gate: 0.900 vs 0.906. One of four measured negatives — embeddings, learned-LR, the challenger, and a declined availability hedge. The adopted change is role-family depth scoring; an 8-swap calibration pass was trialed then removed — the official path now uses NO candidate-ID tuning (CI-enforced).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the pool plants 11 perfect-on-paper-but-unavailable gold profiles — one a honeypot in gold clothing — the guardrails demote all 11; an LLM judge missed one of them.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at rank time — every choice gated by LLM judges offline.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CPU-only stages, no network or GPU; tuned and frozen under two LLM judges and a LambdaMART challenger gate.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7 / 13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across the pool's 12 non-target strata — zero reach the top-100.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independent LLM judge families confirm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gemini-2.5-flash + gpt-4.1-mini + deepseek, same rubric, same 249 ids: kappa 0.918–0.935 across all pairs.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all 4–5 (judge 1); all tier-5, NDCG@10 = 1.0 (judge 2)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(0.911) is slightly higher than our non-circular heuristic harness (0.886)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a development-time proxy on a 249-candidate sample, not the hidden challenge score. An 8-swap calibration pass was trialed (judge re-test +0.0124) but later removed; the shipped ranking uses no candidate-ID tuning (docs/llm_judge_eval_3.md).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10 / 13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80–125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REDROB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scoring layer for Redrob's hiring stack — auditable by design.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talent on behavior and evidence, not resumes — the same thesis as the platform it would join.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API, MEASURED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REPRODUCTION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CALLS PER RANKED CANDIDATE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 compiler   any role text compiles into the same deterministic scoring program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payload   per-candidate JSON: features, multipliers, flags — recruiter-readable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  behavioral multipliers consume Redrob activity data natively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honestly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Indic-script normalization is a localized swap (one module) — the architecture is script-agnostic. When real outcome labels exist, LambdaMART can replace the hand weights over the same 28 features without touching the audit trail: the features are the durable asset.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where they are strong — offline judging and evaluation — and deterministic evidence where hiring decisions need to be defended.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28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80s on cloud hardware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