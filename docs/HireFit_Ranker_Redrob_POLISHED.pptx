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6" r:id="rId7"/>
    <p:sldId id="261" r:id="rId8"/>
    <p:sldId id="262" r:id="rId9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9.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5–9 years of judgment — penalize overshoot and juniors.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challenger built on our own 28 features plus recovered generator structure lost its pre-registered gate: 0.900 vs 0.906. One of four measured negatives — embeddings, learned-LR, the challenger, and a declined availability hedge. The single adopted change: an 8-swap consensus calibration pass that survived held-out validation (+0.009–0.011).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seniors (response rates to 0.07) and one honeypot in gold clothing — the guardrails demote all 12;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at rank time — every choice gated by LLM judges offline.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CPU-only stages, no network or GPU; tuned and frozen under two LLM judges and a LambdaMART challenger gate.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7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rank a non-target-title profile with a high AI-skill match reaches. None enter the top 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independent LLM judge families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 + deepseek, same rubric, same 249 ids: kappa 0.918–0.935 across all pairs.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(0.911) is slightly higher than our non-circular heuristic harness (0.886)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</a:t>
            </a: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development-time proxy on a 249-candidate sample, not the hidden challenge score. It tells us the top of the list is real — it is not a leaderboard claim.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80–125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&lt;50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PER-CANDIDATE AUDIT 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