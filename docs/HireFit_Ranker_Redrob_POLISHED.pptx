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6" r:id="rId7"/>
    <p:sldId id="261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193s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8.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5–9 years of judgment — penalize overshoot and juniors.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offline pipeline scores every candidate — no LLM in the ranking loop.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deterministic stages turn a raw profile into a trusted rank. Runs on CPU, no network, no GPU.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6 / 11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rank a non-target-title profile with a high AI-skill match reaches. None enter the top 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independent LLM judge confirms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gemini-2.5-flash scores each 0–5 vs the JD rubric: read careers, down-weight unavailable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 all 4–5 by the independent judge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(0.881)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</a:t>
            </a: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development-time proxy on a 249-candidate sample, not the hidden challenge score. It tells us the top of the list is real — it is not a leaderboard claim.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9 / 11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184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193s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