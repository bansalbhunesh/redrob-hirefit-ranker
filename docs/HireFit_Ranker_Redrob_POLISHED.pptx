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anchored on the JD's 5–9 band — juniors demoted hard; senior depth read from trajectory, not years arithmetic.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BIASED SAMPLE,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33 features plus recovered generator structure lost its pre-registered gate: 0.900 vs 0.906. One of four measured negatives — embeddings, learned-LR, the challenger, and a declined availability hedge. The adopted change is role-family depth scoring; an 8-swap calibration pass was trialed then removed — the official path now uses NO candidate-ID tuning (CI-enforced).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gold profiles — one a honeypot in gold clothing — the guardrails demote all 11;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GitHub, semantic (HyRE) match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scale, role-family depth (backend, data/BI)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across the pool's 12 non-target strata — zero reach the top-100.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(0.886) — the ranking is strong by an outside opinion, not just our own. Two independent cross-family judges (gpt-4.1, gemini-2.5-pro) — never used to select it — also confirm the shipped hedge beats golden (+0.020 / +0.016).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a development-time proxy on a 249-candidate sample, not the hidden challenge score. An 8-swap calibration pass was trialed (judge re-test +0.0124) but later removed; the shipped ranking uses no candidate-ID tuning (docs/llm_judge_eval_3.md).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API,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33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New validation — real recruiter, whole field, every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Validated vs a real recruiter's published labels: our ranking orders the BLIND recruiter at NDCG@10 0.90; the shipped hedge beats the golden baseline on all 9 measured label worlds (7 LLM-judge + blind arbiter + 2 human recruiter sets).</a:t>
            </a:r>
          </a:p>
          <a:p>
            <a:r>
              <a:rPr sz="1400"/>
              <a:t>• #1 vs the competitor field: top of a 20-repo sample on the challenge metric (ahead of Sifter, krish57); 0 honeypots in the top-100.</a:t>
            </a:r>
          </a:p>
          <a:p>
            <a:r>
              <a:rPr sz="1400"/>
              <a:t>• 25 methods measured and rejected — including fine-tuned cross-encoders — all lose to the deterministic scorer on a leak-safe holdout. We ship simple because we measured complex.</a:t>
            </a:r>
          </a:p>
          <a:p>
            <a:r>
              <a:rPr sz="1400"/>
              <a:t>• Live demo upgrade: recruiter Decision verdict (CONTINUE / VERIFY) now in the Space — responsible, assistive integrity calls no competitor surfaces.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