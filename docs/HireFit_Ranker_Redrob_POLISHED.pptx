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7" r:id="rId18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9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8.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offline pipeline scores every candidate — no LLM in the ranking loop.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deterministic stages turn a raw profile into a trusted rank. Runs on CPU, no network, no GPU.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6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LLM judges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gpt-4.1-mini, same rubric, same 249 ids: kappa 0.935, within-1 agreement 100%.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(0.881)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ranker over our own 28 features plus recovered generator structure, trained on 1,500 LLM judgments, evaluated once under a gate committed before training: 0.900 vs our 0.906. Third measured negative result — the hand-tuned ordering stands because nothing we tested beats it, not because nothing was tested.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seniors (response rates to 0.07) and one honeypot in gold clothing — the guardrails demote all 12;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&lt;50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PER-CANDIDATE AUDIT API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187s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